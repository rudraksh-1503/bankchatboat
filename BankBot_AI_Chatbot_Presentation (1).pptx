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Banking Chatbot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0972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Chatbot for Banking FAQs &amp; Customer Support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Implementation Plan  |  4 Key Milestones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1A56DB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06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Engine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42062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1A56DB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4206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Flow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42062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1A56DB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4206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4206240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1A56DB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4206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BankBot AI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73152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have recurring banking queries related to account balances, interest rates, loan eligibility, transaction status, and branch details. Manual customer service teams lead to delays and high operational costs.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4688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468880"/>
            <a:ext cx="27432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chatbot answers customer queries round the clock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4688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468880"/>
            <a:ext cx="2743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Multi-Intent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0632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check, loans, card blocking, ATM locator &amp; more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4688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2468880"/>
            <a:ext cx="27432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Smart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0632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ML hybrid for accuracy and growth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974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070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Recognition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user intent with high accuracy using NLU models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070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conversations with follow-up tracking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974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2070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chat UI for desktop and mobile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6974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272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Panel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role access for training data management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6974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1272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37560" y="3611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9319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query stats, intent distribution &amp; CSV export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6974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1272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3611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9319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from banking APIs and knowledge base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49808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9144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18872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Chat  •  WhatsApp API  •  Voice 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892808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206240" y="190195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8229600" cy="7498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29968"/>
            <a:ext cx="914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75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07568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•  Session Manager  •  Auth (JWT)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2779776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206240" y="2788920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16936"/>
            <a:ext cx="8229600" cy="749808"/>
          </a:xfrm>
          <a:prstGeom prst="rect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16936"/>
            <a:ext cx="91440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62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2962656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Engine (spaCy/Rasa)  •  Dialogue Manager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3666744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206240" y="3675888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03904"/>
            <a:ext cx="8229600" cy="74980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03904"/>
            <a:ext cx="9144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496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Services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84962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APIs  •  Knowledge Base  •  Admin Panel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Intent &amp; Entity Recognition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Weeks 1–2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transfer $500 from savings to checking account 4532"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Detected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393192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060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transfer_money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2670048"/>
            <a:ext cx="868680" cy="182880"/>
          </a:xfrm>
          <a:prstGeom prst="rect">
            <a:avLst/>
          </a:prstGeom>
          <a:solidFill>
            <a:srgbClr val="1A56DB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60604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check_balance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3081528"/>
            <a:ext cx="109728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30175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2900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account_info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3493008"/>
            <a:ext cx="73152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42900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Extracted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463040"/>
            <a:ext cx="7315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9047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17099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05740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057400"/>
            <a:ext cx="73152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8483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from_account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3042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65176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651760"/>
            <a:ext cx="73152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791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to_account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2898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4532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434340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343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434340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4343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NLU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0" y="434340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4343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Response &amp; Dialogue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0" y="256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Weeks 3–4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61288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How can I help you today?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810512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828800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check my account balance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78024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96312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be happy to help! Please provide your account number.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3145536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3163824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account number is 458293746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13048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31336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balance is $5,432.78. Anything else?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143000"/>
            <a:ext cx="1005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20700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0" y="17373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84848" y="1143000"/>
            <a:ext cx="1005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84848" y="120700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84848" y="17373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00416" y="1143000"/>
            <a:ext cx="1005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00416" y="120700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00416" y="17373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2788920"/>
            <a:ext cx="1600200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7889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Flows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69480" y="2788920"/>
            <a:ext cx="1600200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278892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Stories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3291840"/>
            <a:ext cx="1600200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32918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Policy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69480" y="3291840"/>
            <a:ext cx="1600200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329184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Chitchat Handler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3794760"/>
            <a:ext cx="1600200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79476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Tracking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69480" y="3794760"/>
            <a:ext cx="1600200" cy="402336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379476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Web Interface &amp; UI Integration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0" y="256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— Weeks 5–6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7548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7548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1155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https://bank-chatbot.example.com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4754880" cy="41148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904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 Assistant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361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938528"/>
            <a:ext cx="3200400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568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I'm your virtual banking assistant.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2423160"/>
            <a:ext cx="2834640" cy="329184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4414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like to check my account balance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3200400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529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provide your account number.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47548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70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message here...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4279392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1143000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1143000"/>
            <a:ext cx="73152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14813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seamlessly on mobile &amp; desktop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2057400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94960" y="2057400"/>
            <a:ext cx="73152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Connection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395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backend API integration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2971800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94960" y="2971800"/>
            <a:ext cx="73152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33101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fallbacks &amp; connection retries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94960" y="3886200"/>
            <a:ext cx="3474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94960" y="3886200"/>
            <a:ext cx="73152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3931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Fast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4224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with optimized load times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Admin Panel &amp; Knowledge Base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0" y="256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Weeks 7–8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463040" cy="36576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46304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037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34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644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109728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65960" y="11704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6596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Queries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109728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11704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109728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11704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109728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11704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20240" y="2148840"/>
            <a:ext cx="6858000" cy="347472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16712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216712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16712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86600" y="216712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0240" y="2496312"/>
            <a:ext cx="6858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25146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my balance?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25146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check_balance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25146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251460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2024-07-28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20240" y="2907792"/>
            <a:ext cx="6858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29260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$100 to savings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03320" y="29260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transfer_money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29260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86600" y="292608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2024-07-28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920240" y="3319272"/>
            <a:ext cx="6858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3337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apply for a loan?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703320" y="3337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loan_info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94960" y="3337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86600" y="333756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2024-07-27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09728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0" y="1097280"/>
            <a:ext cx="265176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11155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11880" y="14447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11880" y="17190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11880" y="1993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22677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25420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09728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097280"/>
            <a:ext cx="2651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1155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SESSIONLOG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14447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(PK)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17190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user_message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1993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bot_response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2677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intent_detected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5420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46120"/>
            <a:ext cx="26517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46120"/>
            <a:ext cx="265176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64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5935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intent_id (PK)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8679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1422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097280"/>
            <a:ext cx="26517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097280"/>
            <a:ext cx="26517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1155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14447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faq_id (PK)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17190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19933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22677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3246120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3246120"/>
            <a:ext cx="2651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264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APICALLLOG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35935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call_id (PK)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38679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41422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441655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469087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0" y="3246120"/>
            <a:ext cx="26517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0" y="3246120"/>
            <a:ext cx="265176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6160" y="32644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TRAININGEXAMPLE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11880" y="359359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example_id (PK)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11880" y="38679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11880" y="414223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intent_id (FK)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Implementation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822960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93392"/>
            <a:ext cx="329184" cy="3291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" y="2423160"/>
            <a:ext cx="192024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" y="1481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Entity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" y="248716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intents &amp; entities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" y="31272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NLU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" y="3767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NLU 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98648" y="199339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2423160"/>
            <a:ext cx="192024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1481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Flow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Responses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48716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conversation flows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1272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handling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767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testing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56048" y="1993392"/>
            <a:ext cx="329184" cy="3291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2423160"/>
            <a:ext cx="192024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1481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51960" y="248716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chat interface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51960" y="31272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backend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51960" y="3767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edge cases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13448" y="199339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423160"/>
            <a:ext cx="1920240" cy="2377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234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4813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248716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12724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management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3767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export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36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Streamlit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&amp; Admin Views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53288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587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Templates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58444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639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styling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96312" y="1097280"/>
            <a:ext cx="201168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96312" y="148132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87752" y="1536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87752" y="1856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96312" y="253288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87752" y="2587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87752" y="2907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role-based access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96312" y="358444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87752" y="3639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87752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72584" y="1097280"/>
            <a:ext cx="2011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Engine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72584" y="148132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64024" y="1536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NLU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64024" y="1856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entity model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72584" y="253288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64024" y="2587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64024" y="2907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72584" y="358444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64024" y="3639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64024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48856" y="1097280"/>
            <a:ext cx="20116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8856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8856" y="148132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40296" y="1536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40296" y="1856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48856" y="253288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40296" y="2587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40296" y="2907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&amp; static content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48856" y="3584448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40296" y="3639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40296" y="39593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output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20624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·  Eval Week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identifies top 10 intents correctly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extracted accurately (amount, account, date)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conversations pass NLU 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61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·  Eval Week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18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flows without crashing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29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intents handled gracefully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41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follow-up queries 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42062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815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 ·  Eval Week 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387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responsive on mobile &amp; desktop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950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chatbot connection active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361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and bot restarts 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6324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063240"/>
            <a:ext cx="4206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815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 ·  Eval Week 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5387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user logs &amp; edits training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950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Re-training from UI works correctly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3616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intent distribution visible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Banking Intents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9748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1097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Balance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account balances in real-time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9748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04488" y="1097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Money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funds between accounts or to others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9748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097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84848" y="1097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Loan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5544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eligibility checks and applications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50008"/>
            <a:ext cx="269748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414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2441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8986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block lost or stolen debit/credit cards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350008"/>
            <a:ext cx="269748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4414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04488" y="2441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ATM/Branch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28986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nearest ATM or branch by GPS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350008"/>
            <a:ext cx="269748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24414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💱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84848" y="24414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28986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real-time currency exchange rates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694176"/>
            <a:ext cx="269748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78561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24128" y="37856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2428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or view account statements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3694176"/>
            <a:ext cx="269748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78561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904488" y="37856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PIN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83280" y="42428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user through secure PIN reset flow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3694176"/>
            <a:ext cx="269748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378561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784848" y="37856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FAQ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42428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common banking policy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9848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9848" y="16002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admin and user roles. Tokens expire after a configurable timeout.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04688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Encryption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04688" y="16002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encrypted in transit. Sensitive banking data never stored in plain text.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2514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69848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880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inputs sanitized before processing to prevent injection attacks.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64608" y="2514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04688" y="2514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04688" y="2880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SystemActionLog table records all admin actions with timestamps for compliance.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0332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69848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41605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 tokens with auto-expiry. No PII stored in client-side storage.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64608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04688" y="37947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04688" y="41605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banking APIs accessed via secure endpoints with rate limiting and key rotation.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743200"/>
            <a:ext cx="3657600" cy="3657600"/>
          </a:xfrm>
          <a:prstGeom prst="ellipse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645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8-week plan delivers a production-ready AI banking chatbot with NLU, dialogue management, a responsive web UI, and a fully managed admin panel.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965960" cy="233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23774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393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NLU model with 10+ intents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97480" y="2331720"/>
            <a:ext cx="1965960" cy="233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23774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88920" y="3017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88920" y="33375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36393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dialogue flows and testing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331720"/>
            <a:ext cx="1965960" cy="233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76088" y="23774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6088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017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3375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6393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web UI and backend APIs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95160" y="2331720"/>
            <a:ext cx="1965960" cy="2331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24928" y="23774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30175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33375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639312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panel, analytics, and launch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banking customer service with AI?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Banking Chatbot</dc:title>
  <dc:subject>PptxGenJS Presentation</dc:subject>
  <dc:creator>PptxGenJS</dc:creator>
  <cp:lastModifiedBy>PptxGenJS</cp:lastModifiedBy>
  <cp:revision>1</cp:revision>
  <dcterms:created xsi:type="dcterms:W3CDTF">2026-04-03T13:55:12Z</dcterms:created>
  <dcterms:modified xsi:type="dcterms:W3CDTF">2026-04-03T13:55:12Z</dcterms:modified>
</cp:coreProperties>
</file>